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234ca34b594f70" /><Relationship Type="http://schemas.openxmlformats.org/officeDocument/2006/relationships/extended-properties" Target="/docProps/app.xml" Id="Rc71b7b7972764b6f" /><Relationship Type="http://schemas.openxmlformats.org/officeDocument/2006/relationships/officeDocument" Target="/ppt/presentation.xml" Id="R5dfc664845d542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5c75d642fa46b2"/>
  </p:sldMasterIdLst>
  <p:notesMasterIdLst>
    <p:notesMasterId xmlns:r="http://schemas.openxmlformats.org/officeDocument/2006/relationships" r:id="R22fa511e0d8d4cb2"/>
  </p:notesMasterIdLst>
  <p:sldIdLst>
    <p:sldId xmlns:r="http://schemas.openxmlformats.org/officeDocument/2006/relationships" id="256" r:id="R359c7944505c45f2"/>
    <p:sldId xmlns:r="http://schemas.openxmlformats.org/officeDocument/2006/relationships" id="257" r:id="Reacaded8e6f04899"/>
    <p:sldId xmlns:r="http://schemas.openxmlformats.org/officeDocument/2006/relationships" id="258" r:id="Ra49a317704eb420a"/>
    <p:sldId xmlns:r="http://schemas.openxmlformats.org/officeDocument/2006/relationships" id="259" r:id="Rd54fa3e8d46f4310"/>
    <p:sldId xmlns:r="http://schemas.openxmlformats.org/officeDocument/2006/relationships" id="260" r:id="R20c131a0c3614fec"/>
    <p:sldId xmlns:r="http://schemas.openxmlformats.org/officeDocument/2006/relationships" id="261" r:id="Ra9fb7344a9804998"/>
    <p:sldId xmlns:r="http://schemas.openxmlformats.org/officeDocument/2006/relationships" id="262" r:id="R069e4cf72f334b0e"/>
    <p:sldId xmlns:r="http://schemas.openxmlformats.org/officeDocument/2006/relationships" id="263" r:id="R44e83ca19d0447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ada96e565f4965" /><Relationship Type="http://schemas.openxmlformats.org/officeDocument/2006/relationships/slideMaster" Target="/ppt/slideMasters/slideMaster1.xml" Id="R845c75d642fa46b2" /><Relationship Type="http://schemas.openxmlformats.org/officeDocument/2006/relationships/notesMaster" Target="/ppt/notesMasters/notesMaster1.xml" Id="R22fa511e0d8d4cb2" /><Relationship Type="http://schemas.openxmlformats.org/officeDocument/2006/relationships/presProps" Target="/ppt/presProps.xml" Id="Rcefa595974564f52" /><Relationship Type="http://schemas.openxmlformats.org/officeDocument/2006/relationships/tableStyles" Target="/ppt/tableStyles.xml" Id="Re0f76720c78243ed" /><Relationship Type="http://schemas.openxmlformats.org/officeDocument/2006/relationships/slide" Target="/ppt/slides/slide1.xml" Id="R359c7944505c45f2" /><Relationship Type="http://schemas.openxmlformats.org/officeDocument/2006/relationships/slide" Target="/ppt/slides/slide2.xml" Id="Reacaded8e6f04899" /><Relationship Type="http://schemas.openxmlformats.org/officeDocument/2006/relationships/slide" Target="/ppt/slides/slide3.xml" Id="Ra49a317704eb420a" /><Relationship Type="http://schemas.openxmlformats.org/officeDocument/2006/relationships/slide" Target="/ppt/slides/slide4.xml" Id="Rd54fa3e8d46f4310" /><Relationship Type="http://schemas.openxmlformats.org/officeDocument/2006/relationships/slide" Target="/ppt/slides/slide5.xml" Id="R20c131a0c3614fec" /><Relationship Type="http://schemas.openxmlformats.org/officeDocument/2006/relationships/slide" Target="/ppt/slides/slide6.xml" Id="Ra9fb7344a9804998" /><Relationship Type="http://schemas.openxmlformats.org/officeDocument/2006/relationships/slide" Target="/ppt/slides/slide7.xml" Id="R069e4cf72f334b0e" /><Relationship Type="http://schemas.openxmlformats.org/officeDocument/2006/relationships/slide" Target="/ppt/slides/slide8.xml" Id="R44e83ca19d0447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e1c505d2f6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9f34584ed44b53" /><Relationship Type="http://schemas.openxmlformats.org/officeDocument/2006/relationships/notesMaster" Target="/ppt/notesMasters/notesMaster1.xml" Id="R1ea97dd2a6b249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94502c21df49f4" /><Relationship Type="http://schemas.openxmlformats.org/officeDocument/2006/relationships/notesMaster" Target="/ppt/notesMasters/notesMaster1.xml" Id="Rd5dafdef37ed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e0f041474645fb" /><Relationship Type="http://schemas.openxmlformats.org/officeDocument/2006/relationships/notesMaster" Target="/ppt/notesMasters/notesMaster1.xml" Id="R60407330d00c45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ad47219d05414f" /><Relationship Type="http://schemas.openxmlformats.org/officeDocument/2006/relationships/notesMaster" Target="/ppt/notesMasters/notesMaster1.xml" Id="R89196cd3689042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0ce76d11424ce0" /><Relationship Type="http://schemas.openxmlformats.org/officeDocument/2006/relationships/notesMaster" Target="/ppt/notesMasters/notesMaster1.xml" Id="R5e02726e9b434f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cd87544852405f" /><Relationship Type="http://schemas.openxmlformats.org/officeDocument/2006/relationships/notesMaster" Target="/ppt/notesMasters/notesMaster1.xml" Id="Rdeeb8c6a737945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9aa61f8d2a468a" /><Relationship Type="http://schemas.openxmlformats.org/officeDocument/2006/relationships/notesMaster" Target="/ppt/notesMasters/notesMaster1.xml" Id="Rcbdd89c8a41c48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a074954bcd484f" /><Relationship Type="http://schemas.openxmlformats.org/officeDocument/2006/relationships/notesMaster" Target="/ppt/notesMasters/notesMaster1.xml" Id="Rba61efd2ff12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eb759a36c45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321190b7ba48c9" /><Relationship Type="http://schemas.openxmlformats.org/officeDocument/2006/relationships/slideLayout" Target="/ppt/slideLayouts/slideLayout1.xml" Id="Ref2e2e4210be4b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2e2e4210be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cfb60e15f479c" /><Relationship Type="http://schemas.openxmlformats.org/officeDocument/2006/relationships/notesSlide" Target="/ppt/notesSlides/notesSlide1.xml" Id="Ra2c64db15b0143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eea2202b24342" /><Relationship Type="http://schemas.openxmlformats.org/officeDocument/2006/relationships/notesSlide" Target="/ppt/notesSlides/notesSlide2.xml" Id="R3dfc0164f7874d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2ac04ae5c4dc9" /><Relationship Type="http://schemas.openxmlformats.org/officeDocument/2006/relationships/notesSlide" Target="/ppt/notesSlides/notesSlide3.xml" Id="Re0d621e7a07546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ff2be8a5e47db" /><Relationship Type="http://schemas.openxmlformats.org/officeDocument/2006/relationships/notesSlide" Target="/ppt/notesSlides/notesSlide4.xml" Id="R6a3266d7be6340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220feb9c541a6" /><Relationship Type="http://schemas.openxmlformats.org/officeDocument/2006/relationships/notesSlide" Target="/ppt/notesSlides/notesSlide5.xml" Id="R40d97a32d62849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8483179594009" /><Relationship Type="http://schemas.openxmlformats.org/officeDocument/2006/relationships/notesSlide" Target="/ppt/notesSlides/notesSlide6.xml" Id="Re31cd4e92cb547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fc328e33543d9" /><Relationship Type="http://schemas.openxmlformats.org/officeDocument/2006/relationships/notesSlide" Target="/ppt/notesSlides/notesSlide7.xml" Id="Rb9f5dbfed9ed43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2a049ae6e4447" /><Relationship Type="http://schemas.openxmlformats.org/officeDocument/2006/relationships/notesSlide" Target="/ppt/notesSlides/notesSlide8.xml" Id="R481d5289c60540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F53DB-013A-4DFB-9E63-CBAA4D2D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D5C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D5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D3EE7-801D-4D83-8A93-479EA58A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4FE7E-50A6-44C9-B1FE-8DB55C3A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CCEBE6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CCEBE6"/>
                </a:solidFill>
                <a:latin typeface="Arial"/>
                <a:ea typeface="Arial"/>
                <a:cs typeface="Arial"/>
              </a:rPr>
              <a:t>in ChatGPT and Codex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ED4DA-7FA2-4862-8E07-B5B774E9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practical guide to delegation and custom Codex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CBC06-3CAC-466D-869D-FF17053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D5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D5CF"/>
                </a:solidFill>
                <a:latin typeface="Arial"/>
                <a:ea typeface="Arial"/>
                <a:cs typeface="Arial"/>
              </a:rPr>
              <a:t>Based on ChatGPT Learn · 28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14561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903E0-0AB6-4D8D-A1A6-2DB5D119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What a subagent workflow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2146F-7148-46F3-8E89-DF168A18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FD6B2-251E-4FCB-B993-D53D269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The main agent splits a task into bounded parts, runs specialized agents in parallel, then combines their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9FED6-1988-4D47-8C3F-D029F0E1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WHY IT HELPS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CB7EC-4D17-4CEF-8F75-68D042DC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09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Noisy exploration, test logs and research stay in agent threads. The main chat keeps the requirements and final decisions in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E8B05-402D-4BD0-8C47-6A61BA5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TRADE-OFF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D5406-44AA-48D8-BDCF-F17DED4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Each subagent performs its own model and tool work, so delegation uses more tokens than a comparable single-agent run.</a:t>
            </a:r>
          </a:p>
        </p:txBody>
      </p:sp>
    </p:spTree>
    <p:extLst>
      <p:ext uri="{BB962C8B-B14F-4D97-AF65-F5344CB8AC3E}">
        <p14:creationId xmlns:p14="http://schemas.microsoft.com/office/powerpoint/2010/main" val="1638842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2D597-1E57-4B0C-A659-69660FEE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Where delegation helps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ED36F-0D8B-4366-A650-DC202B41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7E01A-F56A-4A20-AADE-E2B63F51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049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58B58-E4C5-46F1-BDF2-52DD3A9F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04950"/>
            <a:ext cx="928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Read-heavy exploration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D54AA-B20A-407D-A425-E9D09914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716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Map code paths or split a very large document into sections.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4F156-F6D8-4751-BF15-B5C6F777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4322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ECA0A-65DC-4BE4-812B-F41A5E1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3225"/>
            <a:ext cx="928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Independent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96BDE-D707-4DA5-97A5-6504A6AB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9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Run separate reviews for security, bugs or test gaps.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68D4D-9E90-406C-87CE-467424E1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815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F95E1-0134-45F0-B0BB-C4C0F5F5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81500"/>
            <a:ext cx="928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Specialist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25AEC-1C7B-4FC0-AD82-F2F4F972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482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Let one agent verify documentation while another examines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93B51-D561-4AE1-A074-B92D4F38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Parallel code edits need coordination because agents share the same working files.</a:t>
            </a:r>
          </a:p>
        </p:txBody>
      </p:sp>
    </p:spTree>
    <p:extLst>
      <p:ext uri="{BB962C8B-B14F-4D97-AF65-F5344CB8AC3E}">
        <p14:creationId xmlns:p14="http://schemas.microsoft.com/office/powerpoint/2010/main" val="612483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C0590-A05D-4A10-810F-064DAE0D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How to request subagents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7D194-EA6A-480C-AD4A-2D2B14CC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10773-5FDC-4D4C-A941-E806262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Ask directly for independent work, state the split, and say when to combine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180B9-0205-4281-8B42-2003BC31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BB512-2195-4D41-87D9-B4E1618A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382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“Review this branch with one agent for security risks, one for test gaps, and one for maintainability. Wait for all three, then summarize findings with file references.”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2C8F5-5BE0-4ABC-B0A2-598C93B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WHERE ACTIVITY APPEARS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98AEC-628D-40AC-AF0F-FBF0AA98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ChatGPT Work shows hosted agent activity. Codex surfaces agent threads in the desktop app, CLI and IDE extension. In CLI, /agent opens and switches threads.</a:t>
            </a:r>
          </a:p>
        </p:txBody>
      </p:sp>
    </p:spTree>
    <p:extLst>
      <p:ext uri="{BB962C8B-B14F-4D97-AF65-F5344CB8AC3E}">
        <p14:creationId xmlns:p14="http://schemas.microsoft.com/office/powerpoint/2010/main" val="1869448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8A117-5958-44B8-A031-D89A6537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Model and reasoning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8D46D-0D42-4747-A8D7-E1388BE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9235E-CAD2-4BB8-9D44-D02A45BE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Without an override, a subagent inherits the parent model and reasoning effort.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82356-C975-4616-B1FD-DFB15919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SUGGESTED STARTING POINTS IN THE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06317-4E75-447D-AEB8-23AB23A9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GPT-6 Sol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90B37-B7DB-49F2-86DC-A0408B8D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Ambiguous, multi-step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4FDA1-9DD2-4B0F-BE45-C9495E77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432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GPT-6 Luna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2A48D-226F-4A96-A0CD-3AC966DE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Fast, narrow, repeatable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F71BA-54A2-4FE5-8ED0-238E9C7E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Reasoning effort increases response time and token use, but can help with complex logic and edge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00327-C7BC-4F07-9A3F-7FEEABA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Choose a supported effort for the selected model.</a:t>
            </a:r>
          </a:p>
        </p:txBody>
      </p:sp>
    </p:spTree>
    <p:extLst>
      <p:ext uri="{BB962C8B-B14F-4D97-AF65-F5344CB8AC3E}">
        <p14:creationId xmlns:p14="http://schemas.microsoft.com/office/powerpoint/2010/main" val="1634257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2AB44-DBBD-4E6D-8A7C-D449B553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Custom Codex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31A1D-FD05-47CC-94C6-F3F66753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3237E-86DB-4826-9F51-598F1799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Define a narrow role in a standalone TOML 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54D26-4A2A-4DA2-98B1-8045656A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FILE LOCATIONS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F870C-0259-491D-9C82-BCE21B9E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Personal  ~/.codex/agents/</a:t>
            </a:r>
          </a:p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Project   .codex/agents/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78A70-1B54-49A6-B7A9-2381C3A5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REQUIRED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BA877-9F5B-41AE-8F71-5492F72F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6191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name</a:t>
            </a:r>
          </a:p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description</a:t>
            </a:r>
          </a:p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developer_instructions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BF722-1796-4280-A68A-F4ABE4E1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Optional settings include model, model_reasoning_effort, sandbox_mode, mcp_servers and skills.config.</a:t>
            </a:r>
          </a:p>
        </p:txBody>
      </p:sp>
    </p:spTree>
    <p:extLst>
      <p:ext uri="{BB962C8B-B14F-4D97-AF65-F5344CB8AC3E}">
        <p14:creationId xmlns:p14="http://schemas.microsoft.com/office/powerpoint/2010/main" val="1133266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535C8-654F-4A30-ADB5-6B372C71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Configuration and inheritance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D10B5-99F4-41CA-8444-64465D15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ABCE6-2348-45F2-8C73-785488F0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[agents] in config.toml sets defaults for spawned agents and the concurrency cap.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572D1-920D-408E-B66E-E942737F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MODEL SETTING ORDER BEFORE A CUSTOM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6426C-FDFB-4281-ACE2-AAF97E2C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4191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Explicit spawn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71BDB-844F-4E63-BA9A-3064287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4191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[agents] default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5E114-6071-4AB2-8E46-62190E3F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4191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Parent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495DD-6A9B-44DB-90D8-E92E7113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00375"/>
            <a:ext cx="5619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A custom agent file can override the resolved model or effort. Omitted session settings inherit from the parent.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C2667-CDF0-4F30-BACA-7209A6F6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Useful [agents] keys: enabled, max_concurrent_threads_per_session, default_subagent_model, default_subagent_reasoning_effort.</a:t>
            </a:r>
          </a:p>
        </p:txBody>
      </p:sp>
    </p:spTree>
    <p:extLst>
      <p:ext uri="{BB962C8B-B14F-4D97-AF65-F5344CB8AC3E}">
        <p14:creationId xmlns:p14="http://schemas.microsoft.com/office/powerpoint/2010/main" val="517069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78D16-CEEA-4496-BAD2-7EF4713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Operating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16786-CB29-404D-BF52-C133FDAB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981FF-E32F-4520-9BD5-76009C41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INSPECT AND STEER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DAF4C-89DD-493A-BEB4-4C6AD8D1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Open an agent thread to inspect progress. Ask Codex to steer or stop a running subagent. The main agent waits for requested results and returns a combined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23690-19FA-43ED-A11D-BB2AAA2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PERMISSIONS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A593A-E119-491B-972A-FF94AAAD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Subagents inherit the parent permission mode. A required approval can interrupt or fail when a run cannot surface a fresh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B1CDA-A657-422F-84C5-77BA0DC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2AF57-11D0-4EB4-A8D1-6E32011D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ChatGPT Learn — Subagents</a:t>
            </a:r>
          </a:p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learn.chatgpt.com/docs/agent-configuration/subagents</a:t>
            </a:r>
          </a:p>
        </p:txBody>
      </p:sp>
    </p:spTree>
    <p:extLst>
      <p:ext uri="{BB962C8B-B14F-4D97-AF65-F5344CB8AC3E}">
        <p14:creationId xmlns:p14="http://schemas.microsoft.com/office/powerpoint/2010/main" val="117944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2026-09-28T15:07:17.2430000Z</dcterms:created>
  <dcterms:modified xsi:type="dcterms:W3CDTF">2026-09-28T15:07:17.2430000Z</dcterms:modified>
</coreProperties>
</file>